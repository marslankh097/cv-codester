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67" r:id="rId3"/>
    <p:sldId id="268" r:id="rId4"/>
    <p:sldId id="256" r:id="rId5"/>
    <p:sldId id="270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9" r:id="rId15"/>
    <p:sldId id="265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Jetpack Compose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way to build Android UI</a:t>
            </a:r>
          </a:p>
          <a:p>
            <a:r>
              <a:t>UI is written using Kotlin functions</a:t>
            </a:r>
          </a:p>
          <a:p>
            <a:r>
              <a:t>UI depends only on data (state)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Recomposition means updating UI</a:t>
            </a:r>
          </a:p>
          <a:p>
            <a:r>
              <a:t>Happens when state changes</a:t>
            </a:r>
          </a:p>
          <a:p>
            <a:r>
              <a:t>Only affected UI is updated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Recomposition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showing count updates</a:t>
            </a:r>
          </a:p>
          <a:p>
            <a:r>
              <a:t>Button stays the same</a:t>
            </a:r>
          </a:p>
          <a:p>
            <a:r>
              <a:t>This selective update is recomposition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Jetpack Compose State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Key Concepts:</a:t>
            </a:r>
            <a:endParaRPr lang="en-GB" dirty="0"/>
          </a:p>
          <a:p>
            <a:r>
              <a:rPr lang="en-GB" dirty="0"/>
              <a:t>Mutable State</a:t>
            </a:r>
            <a:endParaRPr dirty="0"/>
          </a:p>
          <a:p>
            <a:pPr marL="0" indent="0">
              <a:buNone/>
            </a:pPr>
            <a:r>
              <a:rPr dirty="0"/>
              <a:t>• remember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rememberSaveable</a:t>
            </a:r>
            <a:endParaRPr dirty="0"/>
          </a:p>
          <a:p>
            <a:pPr marL="0" indent="0">
              <a:buNone/>
            </a:pPr>
            <a:r>
              <a:rPr dirty="0"/>
              <a:t>• State Hoisting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Mutable State in Compose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mutableStateOf: Holds a mutable state observable by Compose.</a:t>
            </a:r>
          </a:p>
          <a:p>
            <a:r>
              <a:t>- Example:</a:t>
            </a:r>
          </a:p>
          <a:p>
            <a:r>
              <a:t>var count by remember { mutableStateOf(0) }</a:t>
            </a:r>
          </a:p>
          <a:p>
            <a:r>
              <a:t>- Updates trigger recomposition.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remember -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Definition:</a:t>
            </a:r>
          </a:p>
          <a:p>
            <a:r>
              <a:rPr dirty="0"/>
              <a:t>remember stores state in memory and survives </a:t>
            </a:r>
            <a:r>
              <a:rPr dirty="0" err="1"/>
              <a:t>recomposition</a:t>
            </a:r>
            <a:r>
              <a:rPr dirty="0"/>
              <a:t> only.</a:t>
            </a:r>
          </a:p>
          <a:p>
            <a:endParaRPr dirty="0"/>
          </a:p>
          <a:p>
            <a:r>
              <a:rPr dirty="0"/>
              <a:t>Does NOT survive:</a:t>
            </a:r>
          </a:p>
          <a:p>
            <a:r>
              <a:rPr dirty="0"/>
              <a:t>• Configuration changes</a:t>
            </a:r>
          </a:p>
          <a:p>
            <a:r>
              <a:rPr dirty="0"/>
              <a:t>• Process death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remember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@Composable</a:t>
            </a:r>
          </a:p>
          <a:p>
            <a:r>
              <a:t>fun Counter() {</a:t>
            </a:r>
          </a:p>
          <a:p>
            <a:r>
              <a:t>  var count by remember { mutableStateOf(0) }</a:t>
            </a:r>
          </a:p>
          <a:p>
            <a:endParaRPr/>
          </a:p>
          <a:p>
            <a:r>
              <a:t>  Button(onClick = { count++ }) {</a:t>
            </a:r>
          </a:p>
          <a:p>
            <a:r>
              <a:t>    Text("Count: $count")</a:t>
            </a:r>
          </a:p>
          <a:p>
            <a:r>
              <a:t>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rememberSaveable -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</a:t>
            </a:r>
          </a:p>
          <a:p>
            <a:r>
              <a:t>rememberSaveable stores state using SavedInstanceState (Bundle).</a:t>
            </a:r>
          </a:p>
          <a:p>
            <a:endParaRPr/>
          </a:p>
          <a:p>
            <a:r>
              <a:t>Survives:</a:t>
            </a:r>
          </a:p>
          <a:p>
            <a:r>
              <a:t>• Recomposition</a:t>
            </a:r>
          </a:p>
          <a:p>
            <a:r>
              <a:t>• Configuration changes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rememberSaveable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@Composable</a:t>
            </a:r>
          </a:p>
          <a:p>
            <a:r>
              <a:t>fun NameInput() {</a:t>
            </a:r>
          </a:p>
          <a:p>
            <a:r>
              <a:t>  var name by rememberSaveable { mutableStateOf("") }</a:t>
            </a:r>
          </a:p>
          <a:p>
            <a:endParaRPr/>
          </a:p>
          <a:p>
            <a:r>
              <a:t>  TextField(value = name, onValueChange = { name = it })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ViewModel -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Definition:</a:t>
            </a:r>
          </a:p>
          <a:p>
            <a:r>
              <a:t>ViewModel stores app &amp; business state.</a:t>
            </a:r>
          </a:p>
          <a:p>
            <a:endParaRPr/>
          </a:p>
          <a:p>
            <a:r>
              <a:t>Survives:</a:t>
            </a:r>
          </a:p>
          <a:p>
            <a:r>
              <a:t>• Configuration changes</a:t>
            </a:r>
          </a:p>
          <a:p>
            <a:endParaRPr/>
          </a:p>
          <a:p>
            <a:r>
              <a:t>Used for:</a:t>
            </a:r>
          </a:p>
          <a:p>
            <a:r>
              <a:t>• API/Firebase data</a:t>
            </a:r>
          </a:p>
          <a:p>
            <a:r>
              <a:t>• Business logic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ViewModel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MyViewModel : ViewModel() {</a:t>
            </a:r>
          </a:p>
          <a:p>
            <a:r>
              <a:t>  var count by mutableStateOf(0)</a:t>
            </a:r>
          </a:p>
          <a:p>
            <a:endParaRPr/>
          </a:p>
          <a:p>
            <a:r>
              <a:t>  fun increment() { count++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Hoisting -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Definition:</a:t>
            </a:r>
            <a:endParaRPr lang="en-GB" dirty="0"/>
          </a:p>
          <a:p>
            <a:r>
              <a:rPr lang="en-GB" dirty="0"/>
              <a:t>Move state to parent</a:t>
            </a:r>
            <a:br>
              <a:rPr lang="en-GB" dirty="0"/>
            </a:br>
            <a:r>
              <a:rPr lang="en-GB" dirty="0"/>
              <a:t>Pass data to child</a:t>
            </a:r>
          </a:p>
          <a:p>
            <a:r>
              <a:rPr lang="en-GB" dirty="0"/>
              <a:t>Child should not own important state</a:t>
            </a:r>
          </a:p>
          <a:p>
            <a:endParaRPr dirty="0"/>
          </a:p>
          <a:p>
            <a:r>
              <a:rPr dirty="0"/>
              <a:t>Rule:</a:t>
            </a:r>
          </a:p>
          <a:p>
            <a:r>
              <a:rPr dirty="0"/>
              <a:t>• State flows down</a:t>
            </a:r>
          </a:p>
          <a:p>
            <a:r>
              <a:rPr dirty="0"/>
              <a:t>• Events flow 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Hoisting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@Composable</a:t>
            </a:r>
          </a:p>
          <a:p>
            <a:r>
              <a:t>fun Counter(count: Int, onInc: () -&gt; Unit) {</a:t>
            </a:r>
          </a:p>
          <a:p>
            <a:r>
              <a:t>  Button(onClick = onInc) { Text("$count") }</a:t>
            </a:r>
          </a:p>
          <a:p>
            <a:r>
              <a:t>}</a:t>
            </a:r>
          </a:p>
          <a:p>
            <a:endParaRPr/>
          </a:p>
          <a:p>
            <a:r>
              <a:t>@Composable</a:t>
            </a:r>
          </a:p>
          <a:p>
            <a:r>
              <a:t>fun Screen() {</a:t>
            </a:r>
          </a:p>
          <a:p>
            <a:r>
              <a:t>  var count by remember { mutableStateOf(0) }</a:t>
            </a:r>
          </a:p>
          <a:p>
            <a:r>
              <a:t>  Counter(count, { count++ })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State Hoisting?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Reusable UI</a:t>
            </a:r>
          </a:p>
          <a:p>
            <a:r>
              <a:t>Easy testing</a:t>
            </a:r>
          </a:p>
          <a:p>
            <a:r>
              <a:t>Clean architecture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What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remember → Temporary UI state</a:t>
            </a:r>
          </a:p>
          <a:p>
            <a:r>
              <a:t>rememberSaveable → UI state surviving rotation</a:t>
            </a:r>
          </a:p>
          <a:p>
            <a:r>
              <a:t>ViewModel → App &amp; business state</a:t>
            </a:r>
          </a:p>
          <a:p>
            <a:r>
              <a:t>State Hoisting → Reusable &amp; testable UI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Jetpack Compose Side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Basics to Advanced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LaunchedEffect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Definition: Launches a coroutine tied to the composable lifecycle.</a:t>
            </a:r>
          </a:p>
          <a:p>
            <a:r>
              <a:t>Example:</a:t>
            </a:r>
          </a:p>
          <a:p>
            <a:r>
              <a:t>LaunchedEffect(key1) {</a:t>
            </a:r>
          </a:p>
          <a:p>
            <a:r>
              <a:t>    delay(1000)</a:t>
            </a:r>
          </a:p>
          <a:p>
            <a:r>
              <a:t>    println("Executed")</a:t>
            </a:r>
          </a:p>
          <a:p>
            <a:r>
              <a:t>}</a:t>
            </a:r>
          </a:p>
          <a:p>
            <a:r>
              <a:t>- Runs on Main thread by default.</a:t>
            </a:r>
          </a:p>
          <a:p>
            <a:r>
              <a:t>- Async work allowed.</a:t>
            </a:r>
          </a:p>
          <a:p>
            <a:r>
              <a:t>- Cancelled when composable leaves.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DisposableEffect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Definition: Runs effect with cleanup when composable enters/leaves composition.</a:t>
            </a:r>
          </a:p>
          <a:p>
            <a:r>
              <a:t>Example:</a:t>
            </a:r>
          </a:p>
          <a:p>
            <a:r>
              <a:t>DisposableEffect(Unit) {</a:t>
            </a:r>
          </a:p>
          <a:p>
            <a:r>
              <a:t>    val receiver = ...</a:t>
            </a:r>
          </a:p>
          <a:p>
            <a:r>
              <a:t>    onDispose { context.unregisterReceiver(receiver) }</a:t>
            </a:r>
          </a:p>
          <a:p>
            <a:r>
              <a:t>}</a:t>
            </a:r>
          </a:p>
          <a:p>
            <a:r>
              <a:t>- Use for resource cleanup.</a:t>
            </a:r>
          </a:p>
          <a:p>
            <a:r>
              <a:t>- Triggered on composable leave or key change.</a:t>
            </a:r>
          </a:p>
          <a:p>
            <a:r>
              <a:t>- Not guaranteed on app process kill.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produceState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Definition: Produces a State&lt;T&gt; from async/coroutine work.</a:t>
            </a:r>
          </a:p>
          <a:p>
            <a:r>
              <a:t>Example:</a:t>
            </a:r>
          </a:p>
          <a:p>
            <a:r>
              <a:t>val messages by produceState(initialValue = emptyList()) {</a:t>
            </a:r>
          </a:p>
          <a:p>
            <a:r>
              <a:t>    val data = withContext(Dispatchers.IO) { repository.getMessages() }</a:t>
            </a:r>
          </a:p>
          <a:p>
            <a:r>
              <a:t>    value = data</a:t>
            </a:r>
          </a:p>
          <a:p>
            <a:r>
              <a:t>}</a:t>
            </a:r>
          </a:p>
          <a:p>
            <a:r>
              <a:t>- Runs in coroutine.</a:t>
            </a:r>
          </a:p>
          <a:p>
            <a:r>
              <a:t>- Initial value immediately available.</a:t>
            </a:r>
          </a:p>
          <a:p>
            <a:r>
              <a:t>- Updates value asynchronously.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derivedStateOf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Computes a derived state from other states.</a:t>
            </a:r>
          </a:p>
          <a:p>
            <a:r>
              <a:t>Example:</a:t>
            </a:r>
          </a:p>
          <a:p>
            <a:r>
              <a:t>val doubled by derivedStateOf { count * 2 }</a:t>
            </a:r>
          </a:p>
          <a:p>
            <a:r>
              <a:t>- Runs synchronously on Main.</a:t>
            </a:r>
          </a:p>
          <a:p>
            <a:r>
              <a:t>- Recomputes only when dependencies change.</a:t>
            </a:r>
          </a:p>
          <a:p>
            <a:r>
              <a:t>- Avoids unnecessary recomposition.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snapshotFlow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Definition: Converts Compose state reads to a Flow.</a:t>
            </a:r>
          </a:p>
          <a:p>
            <a:r>
              <a:t>Example:</a:t>
            </a:r>
          </a:p>
          <a:p>
            <a:r>
              <a:t>LaunchedEffect(Unit) {</a:t>
            </a:r>
          </a:p>
          <a:p>
            <a:r>
              <a:t>    snapshotFlow { query }</a:t>
            </a:r>
          </a:p>
          <a:p>
            <a:r>
              <a:t>        .debounce(500)</a:t>
            </a:r>
          </a:p>
          <a:p>
            <a:r>
              <a:t>        .distinctUntilChanged()</a:t>
            </a:r>
          </a:p>
          <a:p>
            <a:r>
              <a:t>        .collectLatest { q -&gt; results = repository.search(q) }</a:t>
            </a:r>
          </a:p>
          <a:p>
            <a:r>
              <a:t>}</a:t>
            </a:r>
          </a:p>
          <a:p>
            <a:r>
              <a:t>- Observes state changes.</a:t>
            </a:r>
          </a:p>
          <a:p>
            <a:r>
              <a:t>- Collect inside coroutine.</a:t>
            </a:r>
          </a:p>
          <a:p>
            <a:r>
              <a:t>- Ideal for debounce, search, analytics, side-effects.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| SideEffect | Returns | Async | Thread | Recomposition |</a:t>
            </a:r>
          </a:p>
          <a:p>
            <a:r>
              <a:t>|------------|--------|-------|--------|---------------|</a:t>
            </a:r>
          </a:p>
          <a:p>
            <a:r>
              <a:t>| mutableStateOf | State&lt;T&gt; | ❌ | Main | triggers |</a:t>
            </a:r>
          </a:p>
          <a:p>
            <a:r>
              <a:t>| derivedStateOf | State&lt;T&gt; | ❌ | Main | only if deps change |</a:t>
            </a:r>
          </a:p>
          <a:p>
            <a:r>
              <a:t>| produceState | State&lt;T&gt; | ✅ | Coroutine (Main + IO) | updates when async finishes |</a:t>
            </a:r>
          </a:p>
          <a:p>
            <a:r>
              <a:t>| LaunchedEffect | Job | ✅ | Main | can trigger state changes |</a:t>
            </a:r>
          </a:p>
          <a:p>
            <a:r>
              <a:t>| DisposableEffect | Job | ❌ | Main | onDispose for cleanup |</a:t>
            </a:r>
          </a:p>
          <a:p>
            <a:r>
              <a:t>| snapshotFlow | Flow&lt;T&gt; | ✅ | Main | collect asynchronously |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Search input with debounce: snapshotFlow</a:t>
            </a:r>
          </a:p>
          <a:p>
            <a:r>
              <a:t>- API data fetch: produceState with IO dispatcher</a:t>
            </a:r>
          </a:p>
          <a:p>
            <a:r>
              <a:t>- Derived computation: derivedStateOf</a:t>
            </a:r>
          </a:p>
          <a:p>
            <a:r>
              <a:t>- Resource cleanup: DisposableEffect</a:t>
            </a:r>
          </a:p>
          <a:p>
            <a:r>
              <a:t>- Async side-effects: LaunchedEffect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- Use derivedStateOf for synchronous derived state.</a:t>
            </a:r>
          </a:p>
          <a:p>
            <a:r>
              <a:t>- Use produceState for async computation.</a:t>
            </a:r>
          </a:p>
          <a:p>
            <a:r>
              <a:t>- Use snapshotFlow to observe state in Flow.</a:t>
            </a:r>
          </a:p>
          <a:p>
            <a:r>
              <a:t>- DisposableEffect for cleanup.</a:t>
            </a:r>
          </a:p>
          <a:p>
            <a:r>
              <a:t>- LaunchedEffect for coroutine side-effects tied to composable.</a:t>
            </a:r>
          </a:p>
          <a:p>
            <a:r>
              <a:t>- Choose wisely based on thread, recomposition, and lifecycle needs.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888</Words>
  <Application>Microsoft Office PowerPoint</Application>
  <PresentationFormat>On-screen Show (4:3)</PresentationFormat>
  <Paragraphs>170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Jetpack Compose UI</vt:lpstr>
      <vt:lpstr>Recomposition</vt:lpstr>
      <vt:lpstr>Recomposition Example</vt:lpstr>
      <vt:lpstr>Jetpack Compose State Management</vt:lpstr>
      <vt:lpstr>Mutable State in Compose</vt:lpstr>
      <vt:lpstr>remember - Definition</vt:lpstr>
      <vt:lpstr>remember - Example</vt:lpstr>
      <vt:lpstr>rememberSaveable - Definition</vt:lpstr>
      <vt:lpstr>rememberSaveable - Example</vt:lpstr>
      <vt:lpstr>ViewModel - Definition</vt:lpstr>
      <vt:lpstr>ViewModel - Example</vt:lpstr>
      <vt:lpstr>State Hoisting - Definition</vt:lpstr>
      <vt:lpstr>State Hoisting - Example</vt:lpstr>
      <vt:lpstr>Why State Hoisting?</vt:lpstr>
      <vt:lpstr>When to Use What</vt:lpstr>
      <vt:lpstr>Jetpack Compose Side Effects</vt:lpstr>
      <vt:lpstr>LaunchedEffect</vt:lpstr>
      <vt:lpstr>DisposableEffect</vt:lpstr>
      <vt:lpstr>produceState</vt:lpstr>
      <vt:lpstr>derivedStateOf</vt:lpstr>
      <vt:lpstr>snapshotFlow</vt:lpstr>
      <vt:lpstr>Comparison Table</vt:lpstr>
      <vt:lpstr>Practical Usage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waqas</cp:lastModifiedBy>
  <cp:revision>3</cp:revision>
  <dcterms:created xsi:type="dcterms:W3CDTF">2013-01-27T09:14:16Z</dcterms:created>
  <dcterms:modified xsi:type="dcterms:W3CDTF">2025-12-16T09:10:28Z</dcterms:modified>
  <cp:category/>
</cp:coreProperties>
</file>